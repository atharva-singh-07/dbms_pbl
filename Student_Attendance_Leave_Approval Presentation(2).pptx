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86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822960"/>
            <a:ext cx="3749040" cy="374904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182880"/>
            <a:ext cx="2468880" cy="2468880"/>
          </a:xfrm>
          <a:prstGeom prst="ellipse">
            <a:avLst/>
          </a:prstGeom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Student Attendance and Leave Approval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and reporting system covering course-wise attendance, leave applications, approvals, makeup sessions, and shortage alerts.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6235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57984" y="562356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57984" y="56235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5623560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33088" y="5623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PL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5623560"/>
            <a:ext cx="235915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56235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Front-End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Project  |  MySQL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76022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must track course-wise attendance, process leave approvals, schedule makeup sessions, and flag attendance shortages. Manual consolidation across spreadsheets and paper registers is slow, inconsistent, and error-prone, leaving faculty and administrators without a reliable, real-time view of student attendance.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database (3NF) with a Java/Python front-end that automates session creation, attendance marking, leave workflows, makeup entry, percentage calculation, and reporting.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Covers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11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Course-wise Attendance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304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attendance capture for every student, course and section.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44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Workflow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264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applications, leave types, and authorized faculty approvals.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005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Sessions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224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recording of compensatory class sessions.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965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892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Alerts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184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flags when attendance percentage drops below threshold.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User Roles &amp; 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entities, attributes, relationships &amp; roles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3552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ER model to a 3NF relational schema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72784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schema with constraints &amp; sample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06256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89136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SQL reports and a working front-end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593592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12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4655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49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timetable, applies for leave, tracks attendance 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7083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4581144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12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531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7365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sessions, marks attendance, approves/rejects leave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35838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5568696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5568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12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440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HOD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7241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courses, sections, users &amp; consolidated reports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 Requirements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80760" y="34838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3401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courses, sections and class sessions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80760" y="39410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9360" y="3858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and update attendance per student, per session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0760" y="43982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43159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review and approve/reject leave applications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80760" y="48554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09360" y="4773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record makeup session attendance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80760" y="53126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attendance percentage and raise shortage alerts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80760" y="57698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309360" y="5687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joins, aggregate, nested-query and view-based reports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Entities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enrolled in courses &amp; sections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531870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1870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31870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offered by the institution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7356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1948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1948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1948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offering of a course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7434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9352026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52026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352026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teaching sections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Session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scheduled meeting of a section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7278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3531870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31870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3531870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status for a class session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7356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1948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1948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Type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41948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of leave (medical, personal…)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7434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9352026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52026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352026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leave request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decision on an application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67278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41" name="Shape 39"/>
          <p:cNvSpPr/>
          <p:nvPr/>
        </p:nvSpPr>
        <p:spPr>
          <a:xfrm>
            <a:off x="3531870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31870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Makeup Session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3531870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session for missed classes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77356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1948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41948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6441948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of attendance shortage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9225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2600" dirty="0"/>
          </a:p>
        </p:txBody>
      </p:sp>
      <p:sp>
        <p:nvSpPr>
          <p:cNvPr id="72" name="Shape 70"/>
          <p:cNvSpPr/>
          <p:nvPr/>
        </p:nvSpPr>
        <p:spPr>
          <a:xfrm>
            <a:off x="457200" y="6510528"/>
            <a:ext cx="365760" cy="0"/>
          </a:xfrm>
          <a:prstGeom prst="line">
            <a:avLst/>
          </a:prstGeom>
          <a:noFill/>
          <a:ln w="15875">
            <a:solidFill>
              <a:srgbClr val="AEB9D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14400" y="6355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related entities  •  PK = primary key  •  FK = foreign key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19CF671-A746-C374-6762-DA03E4D0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48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(3NF)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PK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program, dept_id FK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00728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47032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47032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faculty_id PK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47032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dept_id FK, email, phone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4256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0560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90560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PK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90560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 UQ, title, credits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PK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FK, faculty_id FK, term,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0728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47032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Class_Session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47032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447032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FK, session_date, start_time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44256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90560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90560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attendance_id PK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90560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session_id FK, status, marked_at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03504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leave_type_id PK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type_name UQ, max_days_per_term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00728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47032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Leave_Application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47032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PK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447032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leave_type_id FK, from_date, to_date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44256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90560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90560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approval_id PK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90560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FK, faculty_id FK, decision, decided_at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358384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" y="5440680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Makeup_Session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03504" y="5724144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makeup_id PK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5943600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FK, student_id FK, makeup_date, 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00728" y="5358384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47032" y="5440680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447032" y="5724144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alert_id PK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447032" y="5943600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alert_type, attendance_pct, created_at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Constraints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Rules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745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attendance record per student per class session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7157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 limited to a fixed set of valid codes (P/A/L/MU)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55701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355701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 dates must be valid and from_date ≤ to_date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9826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439826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authorized faculty member may approve or reject a leave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23951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52395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must fall within the 0–100 range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Through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19933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36992" y="18745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every row in each 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587752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2706624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27066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25877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referential integrity across relationships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300984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3419856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2512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36992" y="33009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course codes, leave types,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014216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9" name="Shape 27"/>
          <p:cNvSpPr/>
          <p:nvPr/>
        </p:nvSpPr>
        <p:spPr>
          <a:xfrm>
            <a:off x="6382512" y="4133088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2512" y="41330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36992" y="401421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mandatory fields are always supplied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727448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84632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2512" y="4846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36992" y="47274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status codes, date ranges and percentages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5440680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2512" y="555955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82512" y="5559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936992" y="54406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status and timestamp fields on insert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Retrieval, Views &amp; Reports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Techniques Demonstrated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331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(COUNT, AVG, SUM)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88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/ correlated subqueries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VIEWS for reporting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03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 for summaries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519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160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Date-based filtering &amp; ranges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501091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ROUND(100.0 *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a.status='P' THEN 1 ELSE 0 END)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COUNT(*), 2) AS attendance_pct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 JOIN Attendance a USING (student_id)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 HAVING attendance_pct &lt; 75;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Generated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18745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9944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350008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course attendance 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9992" y="18745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26296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List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350008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the minimum attendance threshold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209544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33192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3685032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leave applications &amp; decisions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79992" y="3209544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26296" y="33192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685032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counts and average attendance by course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544568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9944" y="46542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5020056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 across the academic term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79992" y="4544568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26296" y="46542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Attendance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226296" y="5020056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sessions attended per student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Application &amp; Engineering Quality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Capabilities (Java / Python)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8745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27832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55848" y="18745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" y="281635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submission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281635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81635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" y="3758184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entry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375818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3758184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calculation &amp; reporting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Quality Focus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947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2037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decomposed and verified to Third Normal Form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69748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2770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Awareness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0266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Commit/rollback around approval &amp; attendance writes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3593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849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foreign keys and frequently searched columns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34340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46520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6725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and CHECK-constraint level validation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6636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239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Testing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4955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seeded to test rules and edge cases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Submission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928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Definition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2585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identification, scope, objectives, user roles and functional requirements.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918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4930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8587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covering students, courses, sections, faculty, sessions, attendance, leave types, applications, approvals, makeup sessions and alerts.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50932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Relational Schema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54589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 with primary keys, foreign keys and relationships, ready for 3NF normalization.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•   Front-End: Java or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1190</Words>
  <Application>Microsoft Office PowerPoint</Application>
  <PresentationFormat>Widescreen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Atva 😭</cp:lastModifiedBy>
  <cp:revision>4</cp:revision>
  <dcterms:created xsi:type="dcterms:W3CDTF">2026-09-09T06:20:12Z</dcterms:created>
  <dcterms:modified xsi:type="dcterms:W3CDTF">2026-10-15T06:55:53Z</dcterms:modified>
</cp:coreProperties>
</file>